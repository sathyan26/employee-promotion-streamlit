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0" r:id="rId9"/>
    <p:sldId id="258" r:id="rId10"/>
    <p:sldId id="259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78FA81-3FF7-4D35-988D-5ADC1926A9E0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9AAF081-7142-4C8A-B6AD-A1F893121BEF}">
      <dgm:prSet/>
      <dgm:spPr/>
      <dgm:t>
        <a:bodyPr/>
        <a:lstStyle/>
        <a:p>
          <a:r>
            <a:rPr lang="en-US"/>
            <a:t>Employee demographic and performance data</a:t>
          </a:r>
        </a:p>
      </dgm:t>
    </dgm:pt>
    <dgm:pt modelId="{50AED140-056F-4BE3-A5DD-DE22A9316E4A}" type="parTrans" cxnId="{02F95909-1495-477F-A831-F39FB0615C30}">
      <dgm:prSet/>
      <dgm:spPr/>
      <dgm:t>
        <a:bodyPr/>
        <a:lstStyle/>
        <a:p>
          <a:endParaRPr lang="en-US"/>
        </a:p>
      </dgm:t>
    </dgm:pt>
    <dgm:pt modelId="{1C6C1736-E233-4D56-9629-0EE7E13A7603}" type="sibTrans" cxnId="{02F95909-1495-477F-A831-F39FB0615C30}">
      <dgm:prSet/>
      <dgm:spPr/>
      <dgm:t>
        <a:bodyPr/>
        <a:lstStyle/>
        <a:p>
          <a:endParaRPr lang="en-US"/>
        </a:p>
      </dgm:t>
    </dgm:pt>
    <dgm:pt modelId="{308B779B-0C00-49E9-A4A3-5843EBE4C8FA}">
      <dgm:prSet/>
      <dgm:spPr/>
      <dgm:t>
        <a:bodyPr/>
        <a:lstStyle/>
        <a:p>
          <a:r>
            <a:rPr lang="en-US"/>
            <a:t>Features include:</a:t>
          </a:r>
        </a:p>
      </dgm:t>
    </dgm:pt>
    <dgm:pt modelId="{033317D6-0308-48C6-A4D3-3891B53DFE77}" type="parTrans" cxnId="{F1A78DAD-AD0B-45DB-98A5-EC53D7B96C6D}">
      <dgm:prSet/>
      <dgm:spPr/>
      <dgm:t>
        <a:bodyPr/>
        <a:lstStyle/>
        <a:p>
          <a:endParaRPr lang="en-US"/>
        </a:p>
      </dgm:t>
    </dgm:pt>
    <dgm:pt modelId="{B7E2DA05-5A1E-4D7A-9DED-2D0F29E77308}" type="sibTrans" cxnId="{F1A78DAD-AD0B-45DB-98A5-EC53D7B96C6D}">
      <dgm:prSet/>
      <dgm:spPr/>
      <dgm:t>
        <a:bodyPr/>
        <a:lstStyle/>
        <a:p>
          <a:endParaRPr lang="en-US"/>
        </a:p>
      </dgm:t>
    </dgm:pt>
    <dgm:pt modelId="{1F625794-6D94-44E4-B44C-0BEC4B9606C2}">
      <dgm:prSet/>
      <dgm:spPr/>
      <dgm:t>
        <a:bodyPr/>
        <a:lstStyle/>
        <a:p>
          <a:r>
            <a:rPr lang="en-US"/>
            <a:t>Age</a:t>
          </a:r>
        </a:p>
      </dgm:t>
    </dgm:pt>
    <dgm:pt modelId="{618AAD49-212C-48B9-82A3-ED0FA79F89E3}" type="parTrans" cxnId="{12EAB0EC-E2D8-43E2-96C5-C8C5B51AE7FA}">
      <dgm:prSet/>
      <dgm:spPr/>
      <dgm:t>
        <a:bodyPr/>
        <a:lstStyle/>
        <a:p>
          <a:endParaRPr lang="en-US"/>
        </a:p>
      </dgm:t>
    </dgm:pt>
    <dgm:pt modelId="{2EF4484B-5233-47FF-B3F6-1CB343DE46B3}" type="sibTrans" cxnId="{12EAB0EC-E2D8-43E2-96C5-C8C5B51AE7FA}">
      <dgm:prSet/>
      <dgm:spPr/>
      <dgm:t>
        <a:bodyPr/>
        <a:lstStyle/>
        <a:p>
          <a:endParaRPr lang="en-US"/>
        </a:p>
      </dgm:t>
    </dgm:pt>
    <dgm:pt modelId="{ED548399-BA55-48B1-A575-403B90E7CECC}">
      <dgm:prSet/>
      <dgm:spPr/>
      <dgm:t>
        <a:bodyPr/>
        <a:lstStyle/>
        <a:p>
          <a:r>
            <a:rPr lang="en-US"/>
            <a:t>Education</a:t>
          </a:r>
        </a:p>
      </dgm:t>
    </dgm:pt>
    <dgm:pt modelId="{3BFF4117-14ED-4EC3-A0EB-2871829B06A1}" type="parTrans" cxnId="{FA13ADD0-B44D-47B0-AE76-731852902EE6}">
      <dgm:prSet/>
      <dgm:spPr/>
      <dgm:t>
        <a:bodyPr/>
        <a:lstStyle/>
        <a:p>
          <a:endParaRPr lang="en-US"/>
        </a:p>
      </dgm:t>
    </dgm:pt>
    <dgm:pt modelId="{29CD19FA-B898-49FD-B4F1-77061CE53ACC}" type="sibTrans" cxnId="{FA13ADD0-B44D-47B0-AE76-731852902EE6}">
      <dgm:prSet/>
      <dgm:spPr/>
      <dgm:t>
        <a:bodyPr/>
        <a:lstStyle/>
        <a:p>
          <a:endParaRPr lang="en-US"/>
        </a:p>
      </dgm:t>
    </dgm:pt>
    <dgm:pt modelId="{393009C2-DE27-4D93-95C2-D56821AA0A74}">
      <dgm:prSet/>
      <dgm:spPr/>
      <dgm:t>
        <a:bodyPr/>
        <a:lstStyle/>
        <a:p>
          <a:r>
            <a:rPr lang="en-US"/>
            <a:t>Department</a:t>
          </a:r>
        </a:p>
      </dgm:t>
    </dgm:pt>
    <dgm:pt modelId="{3891C658-04E0-4794-ADB2-CD56D2F5CB8D}" type="parTrans" cxnId="{9A1FB887-DE0E-4D08-88D9-CFEDD9A4BE51}">
      <dgm:prSet/>
      <dgm:spPr/>
      <dgm:t>
        <a:bodyPr/>
        <a:lstStyle/>
        <a:p>
          <a:endParaRPr lang="en-US"/>
        </a:p>
      </dgm:t>
    </dgm:pt>
    <dgm:pt modelId="{9C40B068-5EE4-4C58-A1D5-2D2AF7D218F2}" type="sibTrans" cxnId="{9A1FB887-DE0E-4D08-88D9-CFEDD9A4BE51}">
      <dgm:prSet/>
      <dgm:spPr/>
      <dgm:t>
        <a:bodyPr/>
        <a:lstStyle/>
        <a:p>
          <a:endParaRPr lang="en-US"/>
        </a:p>
      </dgm:t>
    </dgm:pt>
    <dgm:pt modelId="{5641EBB1-99CD-4546-9745-1F13D5FC3816}">
      <dgm:prSet/>
      <dgm:spPr/>
      <dgm:t>
        <a:bodyPr/>
        <a:lstStyle/>
        <a:p>
          <a:r>
            <a:rPr lang="en-US"/>
            <a:t>Previous ratings</a:t>
          </a:r>
        </a:p>
      </dgm:t>
    </dgm:pt>
    <dgm:pt modelId="{EBEB0DD7-4AC5-4CD7-8CD1-9B8ACAECE8A6}" type="parTrans" cxnId="{C7B9C5EF-437B-485B-B3E1-122E61817AD0}">
      <dgm:prSet/>
      <dgm:spPr/>
      <dgm:t>
        <a:bodyPr/>
        <a:lstStyle/>
        <a:p>
          <a:endParaRPr lang="en-US"/>
        </a:p>
      </dgm:t>
    </dgm:pt>
    <dgm:pt modelId="{49E64C9E-AF58-4584-A5F0-A584C4B703E3}" type="sibTrans" cxnId="{C7B9C5EF-437B-485B-B3E1-122E61817AD0}">
      <dgm:prSet/>
      <dgm:spPr/>
      <dgm:t>
        <a:bodyPr/>
        <a:lstStyle/>
        <a:p>
          <a:endParaRPr lang="en-US"/>
        </a:p>
      </dgm:t>
    </dgm:pt>
    <dgm:pt modelId="{A4A1D1DC-1DFD-4EE9-A6B8-6AC5FCB15F4F}">
      <dgm:prSet/>
      <dgm:spPr/>
      <dgm:t>
        <a:bodyPr/>
        <a:lstStyle/>
        <a:p>
          <a:r>
            <a:rPr lang="en-US"/>
            <a:t>Years of service</a:t>
          </a:r>
        </a:p>
      </dgm:t>
    </dgm:pt>
    <dgm:pt modelId="{C7AAF398-8946-4D3E-AEFE-FBE9C97D1E9C}" type="parTrans" cxnId="{9B18D67F-7800-4114-B1EB-17FEE876553D}">
      <dgm:prSet/>
      <dgm:spPr/>
      <dgm:t>
        <a:bodyPr/>
        <a:lstStyle/>
        <a:p>
          <a:endParaRPr lang="en-US"/>
        </a:p>
      </dgm:t>
    </dgm:pt>
    <dgm:pt modelId="{8F95993E-75FF-4CF8-BC3D-B9B70DC217BC}" type="sibTrans" cxnId="{9B18D67F-7800-4114-B1EB-17FEE876553D}">
      <dgm:prSet/>
      <dgm:spPr/>
      <dgm:t>
        <a:bodyPr/>
        <a:lstStyle/>
        <a:p>
          <a:endParaRPr lang="en-US"/>
        </a:p>
      </dgm:t>
    </dgm:pt>
    <dgm:pt modelId="{42C9E12E-0364-469C-89A7-8DD66E5B4AD4}">
      <dgm:prSet/>
      <dgm:spPr/>
      <dgm:t>
        <a:bodyPr/>
        <a:lstStyle/>
        <a:p>
          <a:r>
            <a:rPr lang="en-US"/>
            <a:t>Training scores</a:t>
          </a:r>
        </a:p>
      </dgm:t>
    </dgm:pt>
    <dgm:pt modelId="{013CE540-4CB7-4500-A2BE-B8A7E5465034}" type="parTrans" cxnId="{2C3A4AFB-17DF-4D72-864E-6CBCE19F4E14}">
      <dgm:prSet/>
      <dgm:spPr/>
      <dgm:t>
        <a:bodyPr/>
        <a:lstStyle/>
        <a:p>
          <a:endParaRPr lang="en-US"/>
        </a:p>
      </dgm:t>
    </dgm:pt>
    <dgm:pt modelId="{EA2E99C8-6129-4BC5-BDE5-560932421A09}" type="sibTrans" cxnId="{2C3A4AFB-17DF-4D72-864E-6CBCE19F4E14}">
      <dgm:prSet/>
      <dgm:spPr/>
      <dgm:t>
        <a:bodyPr/>
        <a:lstStyle/>
        <a:p>
          <a:endParaRPr lang="en-US"/>
        </a:p>
      </dgm:t>
    </dgm:pt>
    <dgm:pt modelId="{0E02E817-B030-4269-AE0B-8BEEF21E79CB}" type="pres">
      <dgm:prSet presAssocID="{4E78FA81-3FF7-4D35-988D-5ADC1926A9E0}" presName="Name0" presStyleCnt="0">
        <dgm:presLayoutVars>
          <dgm:dir/>
          <dgm:resizeHandles val="exact"/>
        </dgm:presLayoutVars>
      </dgm:prSet>
      <dgm:spPr/>
    </dgm:pt>
    <dgm:pt modelId="{4BEBD878-4E87-43AE-B339-7E5D192F7DCA}" type="pres">
      <dgm:prSet presAssocID="{79AAF081-7142-4C8A-B6AD-A1F893121BEF}" presName="parAndChTx" presStyleLbl="node1" presStyleIdx="0" presStyleCnt="2">
        <dgm:presLayoutVars>
          <dgm:bulletEnabled val="1"/>
        </dgm:presLayoutVars>
      </dgm:prSet>
      <dgm:spPr/>
    </dgm:pt>
    <dgm:pt modelId="{B04254D9-CD83-4289-BF43-89EA477FFD96}" type="pres">
      <dgm:prSet presAssocID="{1C6C1736-E233-4D56-9629-0EE7E13A7603}" presName="parAndChSpace" presStyleCnt="0"/>
      <dgm:spPr/>
    </dgm:pt>
    <dgm:pt modelId="{A0BA4AA7-285C-42C6-98CF-E86ABED0145A}" type="pres">
      <dgm:prSet presAssocID="{308B779B-0C00-49E9-A4A3-5843EBE4C8FA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78CFD200-7057-4D63-9BA6-01CA281EACFA}" type="presOf" srcId="{4E78FA81-3FF7-4D35-988D-5ADC1926A9E0}" destId="{0E02E817-B030-4269-AE0B-8BEEF21E79CB}" srcOrd="0" destOrd="0" presId="urn:microsoft.com/office/officeart/2005/8/layout/hChevron3"/>
    <dgm:cxn modelId="{02F95909-1495-477F-A831-F39FB0615C30}" srcId="{4E78FA81-3FF7-4D35-988D-5ADC1926A9E0}" destId="{79AAF081-7142-4C8A-B6AD-A1F893121BEF}" srcOrd="0" destOrd="0" parTransId="{50AED140-056F-4BE3-A5DD-DE22A9316E4A}" sibTransId="{1C6C1736-E233-4D56-9629-0EE7E13A7603}"/>
    <dgm:cxn modelId="{844C5016-6CBC-4EF6-8B30-059A43BA02B1}" type="presOf" srcId="{42C9E12E-0364-469C-89A7-8DD66E5B4AD4}" destId="{A0BA4AA7-285C-42C6-98CF-E86ABED0145A}" srcOrd="0" destOrd="6" presId="urn:microsoft.com/office/officeart/2005/8/layout/hChevron3"/>
    <dgm:cxn modelId="{D1437B16-C103-4175-85EE-F57FE8AC875D}" type="presOf" srcId="{393009C2-DE27-4D93-95C2-D56821AA0A74}" destId="{A0BA4AA7-285C-42C6-98CF-E86ABED0145A}" srcOrd="0" destOrd="3" presId="urn:microsoft.com/office/officeart/2005/8/layout/hChevron3"/>
    <dgm:cxn modelId="{9B18D67F-7800-4114-B1EB-17FEE876553D}" srcId="{308B779B-0C00-49E9-A4A3-5843EBE4C8FA}" destId="{A4A1D1DC-1DFD-4EE9-A6B8-6AC5FCB15F4F}" srcOrd="4" destOrd="0" parTransId="{C7AAF398-8946-4D3E-AEFE-FBE9C97D1E9C}" sibTransId="{8F95993E-75FF-4CF8-BC3D-B9B70DC217BC}"/>
    <dgm:cxn modelId="{BF61FF83-3936-4712-968C-9DFB764262DA}" type="presOf" srcId="{1F625794-6D94-44E4-B44C-0BEC4B9606C2}" destId="{A0BA4AA7-285C-42C6-98CF-E86ABED0145A}" srcOrd="0" destOrd="1" presId="urn:microsoft.com/office/officeart/2005/8/layout/hChevron3"/>
    <dgm:cxn modelId="{78BB0885-B369-436D-BBBC-6BD76BEFCB24}" type="presOf" srcId="{ED548399-BA55-48B1-A575-403B90E7CECC}" destId="{A0BA4AA7-285C-42C6-98CF-E86ABED0145A}" srcOrd="0" destOrd="2" presId="urn:microsoft.com/office/officeart/2005/8/layout/hChevron3"/>
    <dgm:cxn modelId="{9A1FB887-DE0E-4D08-88D9-CFEDD9A4BE51}" srcId="{308B779B-0C00-49E9-A4A3-5843EBE4C8FA}" destId="{393009C2-DE27-4D93-95C2-D56821AA0A74}" srcOrd="2" destOrd="0" parTransId="{3891C658-04E0-4794-ADB2-CD56D2F5CB8D}" sibTransId="{9C40B068-5EE4-4C58-A1D5-2D2AF7D218F2}"/>
    <dgm:cxn modelId="{2DF19A8D-2A55-4759-B3C6-842006C1D1CE}" type="presOf" srcId="{79AAF081-7142-4C8A-B6AD-A1F893121BEF}" destId="{4BEBD878-4E87-43AE-B339-7E5D192F7DCA}" srcOrd="0" destOrd="0" presId="urn:microsoft.com/office/officeart/2005/8/layout/hChevron3"/>
    <dgm:cxn modelId="{27B4E1A1-5291-4197-A900-E567423B8BB2}" type="presOf" srcId="{A4A1D1DC-1DFD-4EE9-A6B8-6AC5FCB15F4F}" destId="{A0BA4AA7-285C-42C6-98CF-E86ABED0145A}" srcOrd="0" destOrd="5" presId="urn:microsoft.com/office/officeart/2005/8/layout/hChevron3"/>
    <dgm:cxn modelId="{F1A78DAD-AD0B-45DB-98A5-EC53D7B96C6D}" srcId="{4E78FA81-3FF7-4D35-988D-5ADC1926A9E0}" destId="{308B779B-0C00-49E9-A4A3-5843EBE4C8FA}" srcOrd="1" destOrd="0" parTransId="{033317D6-0308-48C6-A4D3-3891B53DFE77}" sibTransId="{B7E2DA05-5A1E-4D7A-9DED-2D0F29E77308}"/>
    <dgm:cxn modelId="{15153EB1-445F-445D-8AD9-A50B96C977BB}" type="presOf" srcId="{308B779B-0C00-49E9-A4A3-5843EBE4C8FA}" destId="{A0BA4AA7-285C-42C6-98CF-E86ABED0145A}" srcOrd="0" destOrd="0" presId="urn:microsoft.com/office/officeart/2005/8/layout/hChevron3"/>
    <dgm:cxn modelId="{FA13ADD0-B44D-47B0-AE76-731852902EE6}" srcId="{308B779B-0C00-49E9-A4A3-5843EBE4C8FA}" destId="{ED548399-BA55-48B1-A575-403B90E7CECC}" srcOrd="1" destOrd="0" parTransId="{3BFF4117-14ED-4EC3-A0EB-2871829B06A1}" sibTransId="{29CD19FA-B898-49FD-B4F1-77061CE53ACC}"/>
    <dgm:cxn modelId="{B46325D5-DCD5-41F1-BED8-DEB447564A97}" type="presOf" srcId="{5641EBB1-99CD-4546-9745-1F13D5FC3816}" destId="{A0BA4AA7-285C-42C6-98CF-E86ABED0145A}" srcOrd="0" destOrd="4" presId="urn:microsoft.com/office/officeart/2005/8/layout/hChevron3"/>
    <dgm:cxn modelId="{12EAB0EC-E2D8-43E2-96C5-C8C5B51AE7FA}" srcId="{308B779B-0C00-49E9-A4A3-5843EBE4C8FA}" destId="{1F625794-6D94-44E4-B44C-0BEC4B9606C2}" srcOrd="0" destOrd="0" parTransId="{618AAD49-212C-48B9-82A3-ED0FA79F89E3}" sibTransId="{2EF4484B-5233-47FF-B3F6-1CB343DE46B3}"/>
    <dgm:cxn modelId="{C7B9C5EF-437B-485B-B3E1-122E61817AD0}" srcId="{308B779B-0C00-49E9-A4A3-5843EBE4C8FA}" destId="{5641EBB1-99CD-4546-9745-1F13D5FC3816}" srcOrd="3" destOrd="0" parTransId="{EBEB0DD7-4AC5-4CD7-8CD1-9B8ACAECE8A6}" sibTransId="{49E64C9E-AF58-4584-A5F0-A584C4B703E3}"/>
    <dgm:cxn modelId="{2C3A4AFB-17DF-4D72-864E-6CBCE19F4E14}" srcId="{308B779B-0C00-49E9-A4A3-5843EBE4C8FA}" destId="{42C9E12E-0364-469C-89A7-8DD66E5B4AD4}" srcOrd="5" destOrd="0" parTransId="{013CE540-4CB7-4500-A2BE-B8A7E5465034}" sibTransId="{EA2E99C8-6129-4BC5-BDE5-560932421A09}"/>
    <dgm:cxn modelId="{DF28527F-9D78-4D72-BC61-0CFDAB50AA62}" type="presParOf" srcId="{0E02E817-B030-4269-AE0B-8BEEF21E79CB}" destId="{4BEBD878-4E87-43AE-B339-7E5D192F7DCA}" srcOrd="0" destOrd="0" presId="urn:microsoft.com/office/officeart/2005/8/layout/hChevron3"/>
    <dgm:cxn modelId="{F2EBD9CF-A0E6-49E7-963A-5DACA0773999}" type="presParOf" srcId="{0E02E817-B030-4269-AE0B-8BEEF21E79CB}" destId="{B04254D9-CD83-4289-BF43-89EA477FFD96}" srcOrd="1" destOrd="0" presId="urn:microsoft.com/office/officeart/2005/8/layout/hChevron3"/>
    <dgm:cxn modelId="{C0DCA6A0-E48B-4C7C-B37A-A6FEC3316111}" type="presParOf" srcId="{0E02E817-B030-4269-AE0B-8BEEF21E79CB}" destId="{A0BA4AA7-285C-42C6-98CF-E86ABED0145A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4491AA-84B1-45D1-BB55-DF5C65118A18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6249ED-626A-4410-A032-2FD07C0A5BB3}">
      <dgm:prSet/>
      <dgm:spPr/>
      <dgm:t>
        <a:bodyPr/>
        <a:lstStyle/>
        <a:p>
          <a:r>
            <a:rPr lang="en-US" b="1"/>
            <a:t>Model Used</a:t>
          </a:r>
          <a:endParaRPr lang="en-US"/>
        </a:p>
      </dgm:t>
    </dgm:pt>
    <dgm:pt modelId="{2C635935-ACAE-4297-933D-43CB7DB8E8CA}" type="parTrans" cxnId="{D36BE6C3-5ED8-4224-B4F5-519A3D3225CB}">
      <dgm:prSet/>
      <dgm:spPr/>
      <dgm:t>
        <a:bodyPr/>
        <a:lstStyle/>
        <a:p>
          <a:endParaRPr lang="en-US"/>
        </a:p>
      </dgm:t>
    </dgm:pt>
    <dgm:pt modelId="{91CFBF47-2A5A-457D-A330-77A63F15D8C4}" type="sibTrans" cxnId="{D36BE6C3-5ED8-4224-B4F5-519A3D3225CB}">
      <dgm:prSet/>
      <dgm:spPr/>
      <dgm:t>
        <a:bodyPr/>
        <a:lstStyle/>
        <a:p>
          <a:endParaRPr lang="en-US"/>
        </a:p>
      </dgm:t>
    </dgm:pt>
    <dgm:pt modelId="{2E63E8C3-5BBA-49CC-B1BC-BD6E016256C0}">
      <dgm:prSet/>
      <dgm:spPr/>
      <dgm:t>
        <a:bodyPr/>
        <a:lstStyle/>
        <a:p>
          <a:r>
            <a:rPr lang="en-US"/>
            <a:t>Machine Learning classifier (e.g., Random Forest / Logistic Regression / XGBoost)</a:t>
          </a:r>
        </a:p>
      </dgm:t>
    </dgm:pt>
    <dgm:pt modelId="{3F9458B9-DBAA-41A2-A8A7-41E7688EC5D4}" type="parTrans" cxnId="{1A2D46B7-DA82-4C51-8872-3C0DC14C692A}">
      <dgm:prSet/>
      <dgm:spPr/>
      <dgm:t>
        <a:bodyPr/>
        <a:lstStyle/>
        <a:p>
          <a:endParaRPr lang="en-US"/>
        </a:p>
      </dgm:t>
    </dgm:pt>
    <dgm:pt modelId="{1E8B0FDF-03D3-4877-8C33-2043EA561307}" type="sibTrans" cxnId="{1A2D46B7-DA82-4C51-8872-3C0DC14C692A}">
      <dgm:prSet/>
      <dgm:spPr/>
      <dgm:t>
        <a:bodyPr/>
        <a:lstStyle/>
        <a:p>
          <a:endParaRPr lang="en-US"/>
        </a:p>
      </dgm:t>
    </dgm:pt>
    <dgm:pt modelId="{42884594-E5A9-4FEE-9ED7-8E0FDB81F4CD}">
      <dgm:prSet/>
      <dgm:spPr/>
      <dgm:t>
        <a:bodyPr/>
        <a:lstStyle/>
        <a:p>
          <a:r>
            <a:rPr lang="en-US" b="1"/>
            <a:t>Why This Model</a:t>
          </a:r>
          <a:endParaRPr lang="en-US"/>
        </a:p>
      </dgm:t>
    </dgm:pt>
    <dgm:pt modelId="{1D9CEB05-EF7A-4F67-98AE-F43F9C45B9B0}" type="parTrans" cxnId="{84BEB306-ECC5-4698-BA37-185B43935026}">
      <dgm:prSet/>
      <dgm:spPr/>
      <dgm:t>
        <a:bodyPr/>
        <a:lstStyle/>
        <a:p>
          <a:endParaRPr lang="en-US"/>
        </a:p>
      </dgm:t>
    </dgm:pt>
    <dgm:pt modelId="{53AEBE7E-EFC6-4A26-A42E-EBE3CF1A43F2}" type="sibTrans" cxnId="{84BEB306-ECC5-4698-BA37-185B43935026}">
      <dgm:prSet/>
      <dgm:spPr/>
      <dgm:t>
        <a:bodyPr/>
        <a:lstStyle/>
        <a:p>
          <a:endParaRPr lang="en-US"/>
        </a:p>
      </dgm:t>
    </dgm:pt>
    <dgm:pt modelId="{2293F075-4271-4166-BAA3-86A5D196AEE7}">
      <dgm:prSet/>
      <dgm:spPr/>
      <dgm:t>
        <a:bodyPr/>
        <a:lstStyle/>
        <a:p>
          <a:r>
            <a:rPr lang="en-US"/>
            <a:t>Handles structured tabular data well</a:t>
          </a:r>
        </a:p>
      </dgm:t>
    </dgm:pt>
    <dgm:pt modelId="{B42162CB-A1F0-45C4-921C-32E8C41380CC}" type="parTrans" cxnId="{43BD9E21-A157-43AC-AD8C-832CD4245751}">
      <dgm:prSet/>
      <dgm:spPr/>
      <dgm:t>
        <a:bodyPr/>
        <a:lstStyle/>
        <a:p>
          <a:endParaRPr lang="en-US"/>
        </a:p>
      </dgm:t>
    </dgm:pt>
    <dgm:pt modelId="{1323232F-79BF-4143-A819-41CD1215E5A3}" type="sibTrans" cxnId="{43BD9E21-A157-43AC-AD8C-832CD4245751}">
      <dgm:prSet/>
      <dgm:spPr/>
      <dgm:t>
        <a:bodyPr/>
        <a:lstStyle/>
        <a:p>
          <a:endParaRPr lang="en-US"/>
        </a:p>
      </dgm:t>
    </dgm:pt>
    <dgm:pt modelId="{B6FF17EB-B149-4F8D-9CD3-84A97E9D328F}">
      <dgm:prSet/>
      <dgm:spPr/>
      <dgm:t>
        <a:bodyPr/>
        <a:lstStyle/>
        <a:p>
          <a:r>
            <a:rPr lang="en-US"/>
            <a:t>Interpretable results</a:t>
          </a:r>
        </a:p>
      </dgm:t>
    </dgm:pt>
    <dgm:pt modelId="{36604F11-9C09-48DB-8E2D-4CA295CBA8FD}" type="parTrans" cxnId="{A5A78C6B-B8F1-4C00-A4CD-51F106E27F11}">
      <dgm:prSet/>
      <dgm:spPr/>
      <dgm:t>
        <a:bodyPr/>
        <a:lstStyle/>
        <a:p>
          <a:endParaRPr lang="en-US"/>
        </a:p>
      </dgm:t>
    </dgm:pt>
    <dgm:pt modelId="{9E8F61E9-262F-46CE-AE6B-74A16186A5D7}" type="sibTrans" cxnId="{A5A78C6B-B8F1-4C00-A4CD-51F106E27F11}">
      <dgm:prSet/>
      <dgm:spPr/>
      <dgm:t>
        <a:bodyPr/>
        <a:lstStyle/>
        <a:p>
          <a:endParaRPr lang="en-US"/>
        </a:p>
      </dgm:t>
    </dgm:pt>
    <dgm:pt modelId="{C836AF74-29BC-4AF6-B5F6-B617EB076D11}">
      <dgm:prSet/>
      <dgm:spPr/>
      <dgm:t>
        <a:bodyPr/>
        <a:lstStyle/>
        <a:p>
          <a:r>
            <a:rPr lang="en-US"/>
            <a:t>Strong baseline performance</a:t>
          </a:r>
        </a:p>
      </dgm:t>
    </dgm:pt>
    <dgm:pt modelId="{DCB28A41-B94F-484C-B56A-B525C13BC34C}" type="parTrans" cxnId="{D7317E96-B63C-4AAF-A62F-E104C2033439}">
      <dgm:prSet/>
      <dgm:spPr/>
      <dgm:t>
        <a:bodyPr/>
        <a:lstStyle/>
        <a:p>
          <a:endParaRPr lang="en-US"/>
        </a:p>
      </dgm:t>
    </dgm:pt>
    <dgm:pt modelId="{0DF01440-8CC9-4A7F-BDF6-7B2EE2D01D30}" type="sibTrans" cxnId="{D7317E96-B63C-4AAF-A62F-E104C2033439}">
      <dgm:prSet/>
      <dgm:spPr/>
      <dgm:t>
        <a:bodyPr/>
        <a:lstStyle/>
        <a:p>
          <a:endParaRPr lang="en-US"/>
        </a:p>
      </dgm:t>
    </dgm:pt>
    <dgm:pt modelId="{7E5E6B6B-5635-480A-9DE4-CF0D0CA0E832}">
      <dgm:prSet/>
      <dgm:spPr/>
      <dgm:t>
        <a:bodyPr/>
        <a:lstStyle/>
        <a:p>
          <a:r>
            <a:rPr lang="en-US" b="1"/>
            <a:t>Model Persistence</a:t>
          </a:r>
          <a:endParaRPr lang="en-US"/>
        </a:p>
      </dgm:t>
    </dgm:pt>
    <dgm:pt modelId="{F04D4FCE-CF28-4B52-BB79-895998B87977}" type="parTrans" cxnId="{456AA2E4-7633-453B-AEFE-F02D8090F4E3}">
      <dgm:prSet/>
      <dgm:spPr/>
      <dgm:t>
        <a:bodyPr/>
        <a:lstStyle/>
        <a:p>
          <a:endParaRPr lang="en-US"/>
        </a:p>
      </dgm:t>
    </dgm:pt>
    <dgm:pt modelId="{05A5C1B4-6764-42F8-B90E-A47DA2FF4AC8}" type="sibTrans" cxnId="{456AA2E4-7633-453B-AEFE-F02D8090F4E3}">
      <dgm:prSet/>
      <dgm:spPr/>
      <dgm:t>
        <a:bodyPr/>
        <a:lstStyle/>
        <a:p>
          <a:endParaRPr lang="en-US"/>
        </a:p>
      </dgm:t>
    </dgm:pt>
    <dgm:pt modelId="{48F3AD1F-07B8-4405-9D5F-D5E0FF111BEC}">
      <dgm:prSet/>
      <dgm:spPr/>
      <dgm:t>
        <a:bodyPr/>
        <a:lstStyle/>
        <a:p>
          <a:r>
            <a:rPr lang="en-US"/>
            <a:t>Trained model saved as .pkl file</a:t>
          </a:r>
        </a:p>
      </dgm:t>
    </dgm:pt>
    <dgm:pt modelId="{A7FD0F82-1BB7-4A11-B9BB-DD344161EA9D}" type="parTrans" cxnId="{272566B8-EC72-4E3A-9DF0-9C26033D744A}">
      <dgm:prSet/>
      <dgm:spPr/>
      <dgm:t>
        <a:bodyPr/>
        <a:lstStyle/>
        <a:p>
          <a:endParaRPr lang="en-US"/>
        </a:p>
      </dgm:t>
    </dgm:pt>
    <dgm:pt modelId="{2B64075D-0B3F-4E6C-A77A-FD1E80DD5CE9}" type="sibTrans" cxnId="{272566B8-EC72-4E3A-9DF0-9C26033D744A}">
      <dgm:prSet/>
      <dgm:spPr/>
      <dgm:t>
        <a:bodyPr/>
        <a:lstStyle/>
        <a:p>
          <a:endParaRPr lang="en-US"/>
        </a:p>
      </dgm:t>
    </dgm:pt>
    <dgm:pt modelId="{01D3FE63-D5F4-48B5-B7B2-B61D62FCCEE2}" type="pres">
      <dgm:prSet presAssocID="{3F4491AA-84B1-45D1-BB55-DF5C65118A18}" presName="vert0" presStyleCnt="0">
        <dgm:presLayoutVars>
          <dgm:dir/>
          <dgm:animOne val="branch"/>
          <dgm:animLvl val="lvl"/>
        </dgm:presLayoutVars>
      </dgm:prSet>
      <dgm:spPr/>
    </dgm:pt>
    <dgm:pt modelId="{6CBF973C-B9C8-4C6E-B2B1-9E12275C43F3}" type="pres">
      <dgm:prSet presAssocID="{8B6249ED-626A-4410-A032-2FD07C0A5BB3}" presName="thickLine" presStyleLbl="alignNode1" presStyleIdx="0" presStyleCnt="8"/>
      <dgm:spPr/>
    </dgm:pt>
    <dgm:pt modelId="{EB579EE8-3082-47AF-8A34-CF1B6A96D612}" type="pres">
      <dgm:prSet presAssocID="{8B6249ED-626A-4410-A032-2FD07C0A5BB3}" presName="horz1" presStyleCnt="0"/>
      <dgm:spPr/>
    </dgm:pt>
    <dgm:pt modelId="{88FDE789-9726-4826-AE91-F11FA95B7324}" type="pres">
      <dgm:prSet presAssocID="{8B6249ED-626A-4410-A032-2FD07C0A5BB3}" presName="tx1" presStyleLbl="revTx" presStyleIdx="0" presStyleCnt="8"/>
      <dgm:spPr/>
    </dgm:pt>
    <dgm:pt modelId="{6896851B-AD84-42EB-A010-00825F495574}" type="pres">
      <dgm:prSet presAssocID="{8B6249ED-626A-4410-A032-2FD07C0A5BB3}" presName="vert1" presStyleCnt="0"/>
      <dgm:spPr/>
    </dgm:pt>
    <dgm:pt modelId="{62221688-40F6-4129-A86D-F01143063785}" type="pres">
      <dgm:prSet presAssocID="{2E63E8C3-5BBA-49CC-B1BC-BD6E016256C0}" presName="thickLine" presStyleLbl="alignNode1" presStyleIdx="1" presStyleCnt="8"/>
      <dgm:spPr/>
    </dgm:pt>
    <dgm:pt modelId="{3CA2733B-BF8C-4E2A-BBBC-01207580D963}" type="pres">
      <dgm:prSet presAssocID="{2E63E8C3-5BBA-49CC-B1BC-BD6E016256C0}" presName="horz1" presStyleCnt="0"/>
      <dgm:spPr/>
    </dgm:pt>
    <dgm:pt modelId="{6DCCF28D-0954-498F-800C-0CE4D22F4743}" type="pres">
      <dgm:prSet presAssocID="{2E63E8C3-5BBA-49CC-B1BC-BD6E016256C0}" presName="tx1" presStyleLbl="revTx" presStyleIdx="1" presStyleCnt="8"/>
      <dgm:spPr/>
    </dgm:pt>
    <dgm:pt modelId="{6E245C69-788E-4FFF-9368-5FE6922E01AB}" type="pres">
      <dgm:prSet presAssocID="{2E63E8C3-5BBA-49CC-B1BC-BD6E016256C0}" presName="vert1" presStyleCnt="0"/>
      <dgm:spPr/>
    </dgm:pt>
    <dgm:pt modelId="{75034227-E3F9-43D8-A811-D804B12BBC3C}" type="pres">
      <dgm:prSet presAssocID="{42884594-E5A9-4FEE-9ED7-8E0FDB81F4CD}" presName="thickLine" presStyleLbl="alignNode1" presStyleIdx="2" presStyleCnt="8"/>
      <dgm:spPr/>
    </dgm:pt>
    <dgm:pt modelId="{EE93EABD-6F3D-4783-A396-647F7BF20BFE}" type="pres">
      <dgm:prSet presAssocID="{42884594-E5A9-4FEE-9ED7-8E0FDB81F4CD}" presName="horz1" presStyleCnt="0"/>
      <dgm:spPr/>
    </dgm:pt>
    <dgm:pt modelId="{E06CA124-236D-4D32-8E8C-5F8C492AF41D}" type="pres">
      <dgm:prSet presAssocID="{42884594-E5A9-4FEE-9ED7-8E0FDB81F4CD}" presName="tx1" presStyleLbl="revTx" presStyleIdx="2" presStyleCnt="8"/>
      <dgm:spPr/>
    </dgm:pt>
    <dgm:pt modelId="{D48F86F7-B109-4973-9D3C-FB58B3BF6108}" type="pres">
      <dgm:prSet presAssocID="{42884594-E5A9-4FEE-9ED7-8E0FDB81F4CD}" presName="vert1" presStyleCnt="0"/>
      <dgm:spPr/>
    </dgm:pt>
    <dgm:pt modelId="{DE5F188D-DF16-4B53-B5FA-D231B77926F8}" type="pres">
      <dgm:prSet presAssocID="{2293F075-4271-4166-BAA3-86A5D196AEE7}" presName="thickLine" presStyleLbl="alignNode1" presStyleIdx="3" presStyleCnt="8"/>
      <dgm:spPr/>
    </dgm:pt>
    <dgm:pt modelId="{F2D47AE1-5D5D-4465-8325-3EBE06E05F4B}" type="pres">
      <dgm:prSet presAssocID="{2293F075-4271-4166-BAA3-86A5D196AEE7}" presName="horz1" presStyleCnt="0"/>
      <dgm:spPr/>
    </dgm:pt>
    <dgm:pt modelId="{0E36B382-AB10-4CFA-B908-3944E1FE3B8E}" type="pres">
      <dgm:prSet presAssocID="{2293F075-4271-4166-BAA3-86A5D196AEE7}" presName="tx1" presStyleLbl="revTx" presStyleIdx="3" presStyleCnt="8"/>
      <dgm:spPr/>
    </dgm:pt>
    <dgm:pt modelId="{4705CA93-2684-46E3-A1A9-AC1B646781EC}" type="pres">
      <dgm:prSet presAssocID="{2293F075-4271-4166-BAA3-86A5D196AEE7}" presName="vert1" presStyleCnt="0"/>
      <dgm:spPr/>
    </dgm:pt>
    <dgm:pt modelId="{E9F60293-C7B5-4DC6-802D-A58D5062F4D1}" type="pres">
      <dgm:prSet presAssocID="{B6FF17EB-B149-4F8D-9CD3-84A97E9D328F}" presName="thickLine" presStyleLbl="alignNode1" presStyleIdx="4" presStyleCnt="8"/>
      <dgm:spPr/>
    </dgm:pt>
    <dgm:pt modelId="{F755AA4C-4C9B-4519-A51D-AC7B6D348E56}" type="pres">
      <dgm:prSet presAssocID="{B6FF17EB-B149-4F8D-9CD3-84A97E9D328F}" presName="horz1" presStyleCnt="0"/>
      <dgm:spPr/>
    </dgm:pt>
    <dgm:pt modelId="{EF26327A-511A-447F-A172-D5108C5ECD14}" type="pres">
      <dgm:prSet presAssocID="{B6FF17EB-B149-4F8D-9CD3-84A97E9D328F}" presName="tx1" presStyleLbl="revTx" presStyleIdx="4" presStyleCnt="8"/>
      <dgm:spPr/>
    </dgm:pt>
    <dgm:pt modelId="{762B4A36-CBCA-40BC-A28C-5A4889D48A4F}" type="pres">
      <dgm:prSet presAssocID="{B6FF17EB-B149-4F8D-9CD3-84A97E9D328F}" presName="vert1" presStyleCnt="0"/>
      <dgm:spPr/>
    </dgm:pt>
    <dgm:pt modelId="{BD1CD2BA-D928-4C35-B864-207401685351}" type="pres">
      <dgm:prSet presAssocID="{C836AF74-29BC-4AF6-B5F6-B617EB076D11}" presName="thickLine" presStyleLbl="alignNode1" presStyleIdx="5" presStyleCnt="8"/>
      <dgm:spPr/>
    </dgm:pt>
    <dgm:pt modelId="{DA5A78C6-54C2-4AB3-AD2D-06C3319D1044}" type="pres">
      <dgm:prSet presAssocID="{C836AF74-29BC-4AF6-B5F6-B617EB076D11}" presName="horz1" presStyleCnt="0"/>
      <dgm:spPr/>
    </dgm:pt>
    <dgm:pt modelId="{E51047EE-831F-47E9-A8A7-E730B3DFEEDF}" type="pres">
      <dgm:prSet presAssocID="{C836AF74-29BC-4AF6-B5F6-B617EB076D11}" presName="tx1" presStyleLbl="revTx" presStyleIdx="5" presStyleCnt="8"/>
      <dgm:spPr/>
    </dgm:pt>
    <dgm:pt modelId="{A8B5F1AD-E6C1-40CA-8EE4-B4A0FD17F5AD}" type="pres">
      <dgm:prSet presAssocID="{C836AF74-29BC-4AF6-B5F6-B617EB076D11}" presName="vert1" presStyleCnt="0"/>
      <dgm:spPr/>
    </dgm:pt>
    <dgm:pt modelId="{01669346-0C0D-4184-9F21-305E94BC95E5}" type="pres">
      <dgm:prSet presAssocID="{7E5E6B6B-5635-480A-9DE4-CF0D0CA0E832}" presName="thickLine" presStyleLbl="alignNode1" presStyleIdx="6" presStyleCnt="8"/>
      <dgm:spPr/>
    </dgm:pt>
    <dgm:pt modelId="{D52A36E8-48D6-4520-961A-1B19A52560D4}" type="pres">
      <dgm:prSet presAssocID="{7E5E6B6B-5635-480A-9DE4-CF0D0CA0E832}" presName="horz1" presStyleCnt="0"/>
      <dgm:spPr/>
    </dgm:pt>
    <dgm:pt modelId="{DA8E72FD-7342-4B41-AB68-38ACF977C8B5}" type="pres">
      <dgm:prSet presAssocID="{7E5E6B6B-5635-480A-9DE4-CF0D0CA0E832}" presName="tx1" presStyleLbl="revTx" presStyleIdx="6" presStyleCnt="8"/>
      <dgm:spPr/>
    </dgm:pt>
    <dgm:pt modelId="{8332CDA4-8199-4153-8C01-DE697C3E44FB}" type="pres">
      <dgm:prSet presAssocID="{7E5E6B6B-5635-480A-9DE4-CF0D0CA0E832}" presName="vert1" presStyleCnt="0"/>
      <dgm:spPr/>
    </dgm:pt>
    <dgm:pt modelId="{8E11D1E8-E6E6-45EF-B14A-18807346AD87}" type="pres">
      <dgm:prSet presAssocID="{48F3AD1F-07B8-4405-9D5F-D5E0FF111BEC}" presName="thickLine" presStyleLbl="alignNode1" presStyleIdx="7" presStyleCnt="8"/>
      <dgm:spPr/>
    </dgm:pt>
    <dgm:pt modelId="{9F9EE667-F67E-4EA0-9C5F-F73776E6A510}" type="pres">
      <dgm:prSet presAssocID="{48F3AD1F-07B8-4405-9D5F-D5E0FF111BEC}" presName="horz1" presStyleCnt="0"/>
      <dgm:spPr/>
    </dgm:pt>
    <dgm:pt modelId="{E7F6AB66-D98C-4E77-8B50-C3AB4739E575}" type="pres">
      <dgm:prSet presAssocID="{48F3AD1F-07B8-4405-9D5F-D5E0FF111BEC}" presName="tx1" presStyleLbl="revTx" presStyleIdx="7" presStyleCnt="8"/>
      <dgm:spPr/>
    </dgm:pt>
    <dgm:pt modelId="{3E685795-D7C9-4CC4-90A6-889D412D9C88}" type="pres">
      <dgm:prSet presAssocID="{48F3AD1F-07B8-4405-9D5F-D5E0FF111BEC}" presName="vert1" presStyleCnt="0"/>
      <dgm:spPr/>
    </dgm:pt>
  </dgm:ptLst>
  <dgm:cxnLst>
    <dgm:cxn modelId="{85F21202-04A5-4DC8-8EBD-0E42997450F5}" type="presOf" srcId="{3F4491AA-84B1-45D1-BB55-DF5C65118A18}" destId="{01D3FE63-D5F4-48B5-B7B2-B61D62FCCEE2}" srcOrd="0" destOrd="0" presId="urn:microsoft.com/office/officeart/2008/layout/LinedList"/>
    <dgm:cxn modelId="{84BEB306-ECC5-4698-BA37-185B43935026}" srcId="{3F4491AA-84B1-45D1-BB55-DF5C65118A18}" destId="{42884594-E5A9-4FEE-9ED7-8E0FDB81F4CD}" srcOrd="2" destOrd="0" parTransId="{1D9CEB05-EF7A-4F67-98AE-F43F9C45B9B0}" sibTransId="{53AEBE7E-EFC6-4A26-A42E-EBE3CF1A43F2}"/>
    <dgm:cxn modelId="{24C71C17-4621-4FC5-AC32-E9036FD119D8}" type="presOf" srcId="{C836AF74-29BC-4AF6-B5F6-B617EB076D11}" destId="{E51047EE-831F-47E9-A8A7-E730B3DFEEDF}" srcOrd="0" destOrd="0" presId="urn:microsoft.com/office/officeart/2008/layout/LinedList"/>
    <dgm:cxn modelId="{43BD9E21-A157-43AC-AD8C-832CD4245751}" srcId="{3F4491AA-84B1-45D1-BB55-DF5C65118A18}" destId="{2293F075-4271-4166-BAA3-86A5D196AEE7}" srcOrd="3" destOrd="0" parTransId="{B42162CB-A1F0-45C4-921C-32E8C41380CC}" sibTransId="{1323232F-79BF-4143-A819-41CD1215E5A3}"/>
    <dgm:cxn modelId="{42A53F2B-0AB1-4CDC-8CD4-F59CEB4D9F6B}" type="presOf" srcId="{7E5E6B6B-5635-480A-9DE4-CF0D0CA0E832}" destId="{DA8E72FD-7342-4B41-AB68-38ACF977C8B5}" srcOrd="0" destOrd="0" presId="urn:microsoft.com/office/officeart/2008/layout/LinedList"/>
    <dgm:cxn modelId="{752F4260-C1A5-45DC-BA15-4021450B7032}" type="presOf" srcId="{2E63E8C3-5BBA-49CC-B1BC-BD6E016256C0}" destId="{6DCCF28D-0954-498F-800C-0CE4D22F4743}" srcOrd="0" destOrd="0" presId="urn:microsoft.com/office/officeart/2008/layout/LinedList"/>
    <dgm:cxn modelId="{A5A78C6B-B8F1-4C00-A4CD-51F106E27F11}" srcId="{3F4491AA-84B1-45D1-BB55-DF5C65118A18}" destId="{B6FF17EB-B149-4F8D-9CD3-84A97E9D328F}" srcOrd="4" destOrd="0" parTransId="{36604F11-9C09-48DB-8E2D-4CA295CBA8FD}" sibTransId="{9E8F61E9-262F-46CE-AE6B-74A16186A5D7}"/>
    <dgm:cxn modelId="{6D9C2550-463A-417A-9405-4925561622BE}" type="presOf" srcId="{2293F075-4271-4166-BAA3-86A5D196AEE7}" destId="{0E36B382-AB10-4CFA-B908-3944E1FE3B8E}" srcOrd="0" destOrd="0" presId="urn:microsoft.com/office/officeart/2008/layout/LinedList"/>
    <dgm:cxn modelId="{3725377D-74E6-4B5F-9510-AD5B624E1A8C}" type="presOf" srcId="{42884594-E5A9-4FEE-9ED7-8E0FDB81F4CD}" destId="{E06CA124-236D-4D32-8E8C-5F8C492AF41D}" srcOrd="0" destOrd="0" presId="urn:microsoft.com/office/officeart/2008/layout/LinedList"/>
    <dgm:cxn modelId="{D7317E96-B63C-4AAF-A62F-E104C2033439}" srcId="{3F4491AA-84B1-45D1-BB55-DF5C65118A18}" destId="{C836AF74-29BC-4AF6-B5F6-B617EB076D11}" srcOrd="5" destOrd="0" parTransId="{DCB28A41-B94F-484C-B56A-B525C13BC34C}" sibTransId="{0DF01440-8CC9-4A7F-BDF6-7B2EE2D01D30}"/>
    <dgm:cxn modelId="{1A2D46B7-DA82-4C51-8872-3C0DC14C692A}" srcId="{3F4491AA-84B1-45D1-BB55-DF5C65118A18}" destId="{2E63E8C3-5BBA-49CC-B1BC-BD6E016256C0}" srcOrd="1" destOrd="0" parTransId="{3F9458B9-DBAA-41A2-A8A7-41E7688EC5D4}" sibTransId="{1E8B0FDF-03D3-4877-8C33-2043EA561307}"/>
    <dgm:cxn modelId="{272566B8-EC72-4E3A-9DF0-9C26033D744A}" srcId="{3F4491AA-84B1-45D1-BB55-DF5C65118A18}" destId="{48F3AD1F-07B8-4405-9D5F-D5E0FF111BEC}" srcOrd="7" destOrd="0" parTransId="{A7FD0F82-1BB7-4A11-B9BB-DD344161EA9D}" sibTransId="{2B64075D-0B3F-4E6C-A77A-FD1E80DD5CE9}"/>
    <dgm:cxn modelId="{D36BE6C3-5ED8-4224-B4F5-519A3D3225CB}" srcId="{3F4491AA-84B1-45D1-BB55-DF5C65118A18}" destId="{8B6249ED-626A-4410-A032-2FD07C0A5BB3}" srcOrd="0" destOrd="0" parTransId="{2C635935-ACAE-4297-933D-43CB7DB8E8CA}" sibTransId="{91CFBF47-2A5A-457D-A330-77A63F15D8C4}"/>
    <dgm:cxn modelId="{9F041AE0-F0ED-4E1F-A670-D4007C4639EB}" type="presOf" srcId="{48F3AD1F-07B8-4405-9D5F-D5E0FF111BEC}" destId="{E7F6AB66-D98C-4E77-8B50-C3AB4739E575}" srcOrd="0" destOrd="0" presId="urn:microsoft.com/office/officeart/2008/layout/LinedList"/>
    <dgm:cxn modelId="{456AA2E4-7633-453B-AEFE-F02D8090F4E3}" srcId="{3F4491AA-84B1-45D1-BB55-DF5C65118A18}" destId="{7E5E6B6B-5635-480A-9DE4-CF0D0CA0E832}" srcOrd="6" destOrd="0" parTransId="{F04D4FCE-CF28-4B52-BB79-895998B87977}" sibTransId="{05A5C1B4-6764-42F8-B90E-A47DA2FF4AC8}"/>
    <dgm:cxn modelId="{84B46CF6-697B-465B-BFA2-48EFEBC338EA}" type="presOf" srcId="{8B6249ED-626A-4410-A032-2FD07C0A5BB3}" destId="{88FDE789-9726-4826-AE91-F11FA95B7324}" srcOrd="0" destOrd="0" presId="urn:microsoft.com/office/officeart/2008/layout/LinedList"/>
    <dgm:cxn modelId="{FC1771FB-9E60-4805-8A16-09ED93750D3C}" type="presOf" srcId="{B6FF17EB-B149-4F8D-9CD3-84A97E9D328F}" destId="{EF26327A-511A-447F-A172-D5108C5ECD14}" srcOrd="0" destOrd="0" presId="urn:microsoft.com/office/officeart/2008/layout/LinedList"/>
    <dgm:cxn modelId="{87EA3585-6735-4C97-B22E-6B9CA2B3BCB6}" type="presParOf" srcId="{01D3FE63-D5F4-48B5-B7B2-B61D62FCCEE2}" destId="{6CBF973C-B9C8-4C6E-B2B1-9E12275C43F3}" srcOrd="0" destOrd="0" presId="urn:microsoft.com/office/officeart/2008/layout/LinedList"/>
    <dgm:cxn modelId="{04F07C9A-B086-44FC-96AD-1D744C740D8D}" type="presParOf" srcId="{01D3FE63-D5F4-48B5-B7B2-B61D62FCCEE2}" destId="{EB579EE8-3082-47AF-8A34-CF1B6A96D612}" srcOrd="1" destOrd="0" presId="urn:microsoft.com/office/officeart/2008/layout/LinedList"/>
    <dgm:cxn modelId="{AACEA270-27A7-4D28-A441-B78207B63FF5}" type="presParOf" srcId="{EB579EE8-3082-47AF-8A34-CF1B6A96D612}" destId="{88FDE789-9726-4826-AE91-F11FA95B7324}" srcOrd="0" destOrd="0" presId="urn:microsoft.com/office/officeart/2008/layout/LinedList"/>
    <dgm:cxn modelId="{DED4A97E-8AA7-486D-9613-682B06EAAD7B}" type="presParOf" srcId="{EB579EE8-3082-47AF-8A34-CF1B6A96D612}" destId="{6896851B-AD84-42EB-A010-00825F495574}" srcOrd="1" destOrd="0" presId="urn:microsoft.com/office/officeart/2008/layout/LinedList"/>
    <dgm:cxn modelId="{CBD2901F-4CCD-4727-B8DE-180B179DA218}" type="presParOf" srcId="{01D3FE63-D5F4-48B5-B7B2-B61D62FCCEE2}" destId="{62221688-40F6-4129-A86D-F01143063785}" srcOrd="2" destOrd="0" presId="urn:microsoft.com/office/officeart/2008/layout/LinedList"/>
    <dgm:cxn modelId="{EA26557D-C12F-46C3-B526-EB4548B12C19}" type="presParOf" srcId="{01D3FE63-D5F4-48B5-B7B2-B61D62FCCEE2}" destId="{3CA2733B-BF8C-4E2A-BBBC-01207580D963}" srcOrd="3" destOrd="0" presId="urn:microsoft.com/office/officeart/2008/layout/LinedList"/>
    <dgm:cxn modelId="{C9AC2D8E-47AD-4D33-BD3F-BB919DE97720}" type="presParOf" srcId="{3CA2733B-BF8C-4E2A-BBBC-01207580D963}" destId="{6DCCF28D-0954-498F-800C-0CE4D22F4743}" srcOrd="0" destOrd="0" presId="urn:microsoft.com/office/officeart/2008/layout/LinedList"/>
    <dgm:cxn modelId="{47681755-6AC4-4E2B-AD9A-6FD717A05B75}" type="presParOf" srcId="{3CA2733B-BF8C-4E2A-BBBC-01207580D963}" destId="{6E245C69-788E-4FFF-9368-5FE6922E01AB}" srcOrd="1" destOrd="0" presId="urn:microsoft.com/office/officeart/2008/layout/LinedList"/>
    <dgm:cxn modelId="{CAF243FB-6A3B-45C3-8E72-0753D155B47D}" type="presParOf" srcId="{01D3FE63-D5F4-48B5-B7B2-B61D62FCCEE2}" destId="{75034227-E3F9-43D8-A811-D804B12BBC3C}" srcOrd="4" destOrd="0" presId="urn:microsoft.com/office/officeart/2008/layout/LinedList"/>
    <dgm:cxn modelId="{1F0E15CC-FBF0-4E4A-8708-F1D53304B8F4}" type="presParOf" srcId="{01D3FE63-D5F4-48B5-B7B2-B61D62FCCEE2}" destId="{EE93EABD-6F3D-4783-A396-647F7BF20BFE}" srcOrd="5" destOrd="0" presId="urn:microsoft.com/office/officeart/2008/layout/LinedList"/>
    <dgm:cxn modelId="{3733C085-84B2-4968-9E01-BFB38F436B39}" type="presParOf" srcId="{EE93EABD-6F3D-4783-A396-647F7BF20BFE}" destId="{E06CA124-236D-4D32-8E8C-5F8C492AF41D}" srcOrd="0" destOrd="0" presId="urn:microsoft.com/office/officeart/2008/layout/LinedList"/>
    <dgm:cxn modelId="{7001ECBC-0D63-49CE-A779-EC45FDD2119B}" type="presParOf" srcId="{EE93EABD-6F3D-4783-A396-647F7BF20BFE}" destId="{D48F86F7-B109-4973-9D3C-FB58B3BF6108}" srcOrd="1" destOrd="0" presId="urn:microsoft.com/office/officeart/2008/layout/LinedList"/>
    <dgm:cxn modelId="{CBBCD6C6-4895-481A-8A6C-2301BBA85E9C}" type="presParOf" srcId="{01D3FE63-D5F4-48B5-B7B2-B61D62FCCEE2}" destId="{DE5F188D-DF16-4B53-B5FA-D231B77926F8}" srcOrd="6" destOrd="0" presId="urn:microsoft.com/office/officeart/2008/layout/LinedList"/>
    <dgm:cxn modelId="{B0025AB5-764A-4F06-BC63-EE53424960D8}" type="presParOf" srcId="{01D3FE63-D5F4-48B5-B7B2-B61D62FCCEE2}" destId="{F2D47AE1-5D5D-4465-8325-3EBE06E05F4B}" srcOrd="7" destOrd="0" presId="urn:microsoft.com/office/officeart/2008/layout/LinedList"/>
    <dgm:cxn modelId="{1865F504-3AB6-4289-806C-CE8A2DF17762}" type="presParOf" srcId="{F2D47AE1-5D5D-4465-8325-3EBE06E05F4B}" destId="{0E36B382-AB10-4CFA-B908-3944E1FE3B8E}" srcOrd="0" destOrd="0" presId="urn:microsoft.com/office/officeart/2008/layout/LinedList"/>
    <dgm:cxn modelId="{34442D6F-BA44-4816-848A-1FC9F2417074}" type="presParOf" srcId="{F2D47AE1-5D5D-4465-8325-3EBE06E05F4B}" destId="{4705CA93-2684-46E3-A1A9-AC1B646781EC}" srcOrd="1" destOrd="0" presId="urn:microsoft.com/office/officeart/2008/layout/LinedList"/>
    <dgm:cxn modelId="{A4EAE0CA-76F9-4B0D-AE9F-54BDDEAED6E1}" type="presParOf" srcId="{01D3FE63-D5F4-48B5-B7B2-B61D62FCCEE2}" destId="{E9F60293-C7B5-4DC6-802D-A58D5062F4D1}" srcOrd="8" destOrd="0" presId="urn:microsoft.com/office/officeart/2008/layout/LinedList"/>
    <dgm:cxn modelId="{A395D388-80B0-485D-AA66-8CC8F7D3B2DC}" type="presParOf" srcId="{01D3FE63-D5F4-48B5-B7B2-B61D62FCCEE2}" destId="{F755AA4C-4C9B-4519-A51D-AC7B6D348E56}" srcOrd="9" destOrd="0" presId="urn:microsoft.com/office/officeart/2008/layout/LinedList"/>
    <dgm:cxn modelId="{6AB8EC17-941B-4405-9B64-4AF90A93BBA3}" type="presParOf" srcId="{F755AA4C-4C9B-4519-A51D-AC7B6D348E56}" destId="{EF26327A-511A-447F-A172-D5108C5ECD14}" srcOrd="0" destOrd="0" presId="urn:microsoft.com/office/officeart/2008/layout/LinedList"/>
    <dgm:cxn modelId="{D62AFC0E-C02C-4DB7-890E-F3490BDD50A2}" type="presParOf" srcId="{F755AA4C-4C9B-4519-A51D-AC7B6D348E56}" destId="{762B4A36-CBCA-40BC-A28C-5A4889D48A4F}" srcOrd="1" destOrd="0" presId="urn:microsoft.com/office/officeart/2008/layout/LinedList"/>
    <dgm:cxn modelId="{4591AD05-EA34-45EC-974A-B29730D58DB7}" type="presParOf" srcId="{01D3FE63-D5F4-48B5-B7B2-B61D62FCCEE2}" destId="{BD1CD2BA-D928-4C35-B864-207401685351}" srcOrd="10" destOrd="0" presId="urn:microsoft.com/office/officeart/2008/layout/LinedList"/>
    <dgm:cxn modelId="{E0BE7C1F-A66F-4A03-B95E-12FA75324D02}" type="presParOf" srcId="{01D3FE63-D5F4-48B5-B7B2-B61D62FCCEE2}" destId="{DA5A78C6-54C2-4AB3-AD2D-06C3319D1044}" srcOrd="11" destOrd="0" presId="urn:microsoft.com/office/officeart/2008/layout/LinedList"/>
    <dgm:cxn modelId="{C7CBC5FA-AD1D-4104-B4D3-A5B9C77D28A6}" type="presParOf" srcId="{DA5A78C6-54C2-4AB3-AD2D-06C3319D1044}" destId="{E51047EE-831F-47E9-A8A7-E730B3DFEEDF}" srcOrd="0" destOrd="0" presId="urn:microsoft.com/office/officeart/2008/layout/LinedList"/>
    <dgm:cxn modelId="{DB43533E-40E1-4608-A3FD-C3CC23CDA1CA}" type="presParOf" srcId="{DA5A78C6-54C2-4AB3-AD2D-06C3319D1044}" destId="{A8B5F1AD-E6C1-40CA-8EE4-B4A0FD17F5AD}" srcOrd="1" destOrd="0" presId="urn:microsoft.com/office/officeart/2008/layout/LinedList"/>
    <dgm:cxn modelId="{85376DC1-AB5D-4859-B4B4-50A9074D5D68}" type="presParOf" srcId="{01D3FE63-D5F4-48B5-B7B2-B61D62FCCEE2}" destId="{01669346-0C0D-4184-9F21-305E94BC95E5}" srcOrd="12" destOrd="0" presId="urn:microsoft.com/office/officeart/2008/layout/LinedList"/>
    <dgm:cxn modelId="{D47831D9-FD29-4E2D-8BCF-8BF83BD59D76}" type="presParOf" srcId="{01D3FE63-D5F4-48B5-B7B2-B61D62FCCEE2}" destId="{D52A36E8-48D6-4520-961A-1B19A52560D4}" srcOrd="13" destOrd="0" presId="urn:microsoft.com/office/officeart/2008/layout/LinedList"/>
    <dgm:cxn modelId="{DD654EDE-3ABF-48B5-A7DD-64D6B1D98A38}" type="presParOf" srcId="{D52A36E8-48D6-4520-961A-1B19A52560D4}" destId="{DA8E72FD-7342-4B41-AB68-38ACF977C8B5}" srcOrd="0" destOrd="0" presId="urn:microsoft.com/office/officeart/2008/layout/LinedList"/>
    <dgm:cxn modelId="{5106C110-BABF-4EEA-9FD0-807EAB8E2059}" type="presParOf" srcId="{D52A36E8-48D6-4520-961A-1B19A52560D4}" destId="{8332CDA4-8199-4153-8C01-DE697C3E44FB}" srcOrd="1" destOrd="0" presId="urn:microsoft.com/office/officeart/2008/layout/LinedList"/>
    <dgm:cxn modelId="{58432873-E405-440A-A959-411F269EC99D}" type="presParOf" srcId="{01D3FE63-D5F4-48B5-B7B2-B61D62FCCEE2}" destId="{8E11D1E8-E6E6-45EF-B14A-18807346AD87}" srcOrd="14" destOrd="0" presId="urn:microsoft.com/office/officeart/2008/layout/LinedList"/>
    <dgm:cxn modelId="{7245D04B-1BF8-419F-BFA2-D79B850CEB3E}" type="presParOf" srcId="{01D3FE63-D5F4-48B5-B7B2-B61D62FCCEE2}" destId="{9F9EE667-F67E-4EA0-9C5F-F73776E6A510}" srcOrd="15" destOrd="0" presId="urn:microsoft.com/office/officeart/2008/layout/LinedList"/>
    <dgm:cxn modelId="{F7FA6E41-AB89-46EA-ADA7-B93AE82FA406}" type="presParOf" srcId="{9F9EE667-F67E-4EA0-9C5F-F73776E6A510}" destId="{E7F6AB66-D98C-4E77-8B50-C3AB4739E575}" srcOrd="0" destOrd="0" presId="urn:microsoft.com/office/officeart/2008/layout/LinedList"/>
    <dgm:cxn modelId="{C26720E1-BEB2-4CAA-9000-ED0A2FE5763B}" type="presParOf" srcId="{9F9EE667-F67E-4EA0-9C5F-F73776E6A510}" destId="{3E685795-D7C9-4CC4-90A6-889D412D9C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BD878-4E87-43AE-B339-7E5D192F7DCA}">
      <dsp:nvSpPr>
        <dsp:cNvPr id="0" name=""/>
        <dsp:cNvSpPr/>
      </dsp:nvSpPr>
      <dsp:spPr>
        <a:xfrm>
          <a:off x="8453" y="0"/>
          <a:ext cx="6001940" cy="3733799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735" tIns="93980" rIns="846941" bIns="9398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Employee demographic and performance data</a:t>
          </a:r>
        </a:p>
      </dsp:txBody>
      <dsp:txXfrm>
        <a:off x="8453" y="0"/>
        <a:ext cx="5535215" cy="3733799"/>
      </dsp:txXfrm>
    </dsp:sp>
    <dsp:sp modelId="{A0BA4AA7-285C-42C6-98CF-E86ABED0145A}">
      <dsp:nvSpPr>
        <dsp:cNvPr id="0" name=""/>
        <dsp:cNvSpPr/>
      </dsp:nvSpPr>
      <dsp:spPr>
        <a:xfrm>
          <a:off x="4810005" y="0"/>
          <a:ext cx="6001940" cy="3733799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735" tIns="93980" rIns="211735" bIns="9398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Features include: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Age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Education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Department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Previous ratings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Years of service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Training scores</a:t>
          </a:r>
        </a:p>
      </dsp:txBody>
      <dsp:txXfrm>
        <a:off x="5743455" y="0"/>
        <a:ext cx="4135040" cy="3733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F973C-B9C8-4C6E-B2B1-9E12275C43F3}">
      <dsp:nvSpPr>
        <dsp:cNvPr id="0" name=""/>
        <dsp:cNvSpPr/>
      </dsp:nvSpPr>
      <dsp:spPr>
        <a:xfrm>
          <a:off x="0" y="0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FDE789-9726-4826-AE91-F11FA95B7324}">
      <dsp:nvSpPr>
        <dsp:cNvPr id="0" name=""/>
        <dsp:cNvSpPr/>
      </dsp:nvSpPr>
      <dsp:spPr>
        <a:xfrm>
          <a:off x="0" y="0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Model Used</a:t>
          </a:r>
          <a:endParaRPr lang="en-US" sz="1500" kern="1200"/>
        </a:p>
      </dsp:txBody>
      <dsp:txXfrm>
        <a:off x="0" y="0"/>
        <a:ext cx="6714744" cy="537933"/>
      </dsp:txXfrm>
    </dsp:sp>
    <dsp:sp modelId="{62221688-40F6-4129-A86D-F01143063785}">
      <dsp:nvSpPr>
        <dsp:cNvPr id="0" name=""/>
        <dsp:cNvSpPr/>
      </dsp:nvSpPr>
      <dsp:spPr>
        <a:xfrm>
          <a:off x="0" y="537933"/>
          <a:ext cx="6714744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CCF28D-0954-498F-800C-0CE4D22F4743}">
      <dsp:nvSpPr>
        <dsp:cNvPr id="0" name=""/>
        <dsp:cNvSpPr/>
      </dsp:nvSpPr>
      <dsp:spPr>
        <a:xfrm>
          <a:off x="0" y="537933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Machine Learning classifier (e.g., Random Forest / Logistic Regression / XGBoost)</a:t>
          </a:r>
        </a:p>
      </dsp:txBody>
      <dsp:txXfrm>
        <a:off x="0" y="537933"/>
        <a:ext cx="6714744" cy="537933"/>
      </dsp:txXfrm>
    </dsp:sp>
    <dsp:sp modelId="{75034227-E3F9-43D8-A811-D804B12BBC3C}">
      <dsp:nvSpPr>
        <dsp:cNvPr id="0" name=""/>
        <dsp:cNvSpPr/>
      </dsp:nvSpPr>
      <dsp:spPr>
        <a:xfrm>
          <a:off x="0" y="1075866"/>
          <a:ext cx="6714744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6CA124-236D-4D32-8E8C-5F8C492AF41D}">
      <dsp:nvSpPr>
        <dsp:cNvPr id="0" name=""/>
        <dsp:cNvSpPr/>
      </dsp:nvSpPr>
      <dsp:spPr>
        <a:xfrm>
          <a:off x="0" y="1075866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Why This Model</a:t>
          </a:r>
          <a:endParaRPr lang="en-US" sz="1500" kern="1200"/>
        </a:p>
      </dsp:txBody>
      <dsp:txXfrm>
        <a:off x="0" y="1075866"/>
        <a:ext cx="6714744" cy="537933"/>
      </dsp:txXfrm>
    </dsp:sp>
    <dsp:sp modelId="{DE5F188D-DF16-4B53-B5FA-D231B77926F8}">
      <dsp:nvSpPr>
        <dsp:cNvPr id="0" name=""/>
        <dsp:cNvSpPr/>
      </dsp:nvSpPr>
      <dsp:spPr>
        <a:xfrm>
          <a:off x="0" y="1613799"/>
          <a:ext cx="6714744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36B382-AB10-4CFA-B908-3944E1FE3B8E}">
      <dsp:nvSpPr>
        <dsp:cNvPr id="0" name=""/>
        <dsp:cNvSpPr/>
      </dsp:nvSpPr>
      <dsp:spPr>
        <a:xfrm>
          <a:off x="0" y="1613799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Handles structured tabular data well</a:t>
          </a:r>
        </a:p>
      </dsp:txBody>
      <dsp:txXfrm>
        <a:off x="0" y="1613799"/>
        <a:ext cx="6714744" cy="537933"/>
      </dsp:txXfrm>
    </dsp:sp>
    <dsp:sp modelId="{E9F60293-C7B5-4DC6-802D-A58D5062F4D1}">
      <dsp:nvSpPr>
        <dsp:cNvPr id="0" name=""/>
        <dsp:cNvSpPr/>
      </dsp:nvSpPr>
      <dsp:spPr>
        <a:xfrm>
          <a:off x="0" y="2151732"/>
          <a:ext cx="6714744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26327A-511A-447F-A172-D5108C5ECD14}">
      <dsp:nvSpPr>
        <dsp:cNvPr id="0" name=""/>
        <dsp:cNvSpPr/>
      </dsp:nvSpPr>
      <dsp:spPr>
        <a:xfrm>
          <a:off x="0" y="2151732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Interpretable results</a:t>
          </a:r>
        </a:p>
      </dsp:txBody>
      <dsp:txXfrm>
        <a:off x="0" y="2151732"/>
        <a:ext cx="6714744" cy="537933"/>
      </dsp:txXfrm>
    </dsp:sp>
    <dsp:sp modelId="{BD1CD2BA-D928-4C35-B864-207401685351}">
      <dsp:nvSpPr>
        <dsp:cNvPr id="0" name=""/>
        <dsp:cNvSpPr/>
      </dsp:nvSpPr>
      <dsp:spPr>
        <a:xfrm>
          <a:off x="0" y="2689665"/>
          <a:ext cx="6714744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1047EE-831F-47E9-A8A7-E730B3DFEEDF}">
      <dsp:nvSpPr>
        <dsp:cNvPr id="0" name=""/>
        <dsp:cNvSpPr/>
      </dsp:nvSpPr>
      <dsp:spPr>
        <a:xfrm>
          <a:off x="0" y="2689665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Strong baseline performance</a:t>
          </a:r>
        </a:p>
      </dsp:txBody>
      <dsp:txXfrm>
        <a:off x="0" y="2689665"/>
        <a:ext cx="6714744" cy="537933"/>
      </dsp:txXfrm>
    </dsp:sp>
    <dsp:sp modelId="{01669346-0C0D-4184-9F21-305E94BC95E5}">
      <dsp:nvSpPr>
        <dsp:cNvPr id="0" name=""/>
        <dsp:cNvSpPr/>
      </dsp:nvSpPr>
      <dsp:spPr>
        <a:xfrm>
          <a:off x="0" y="3227598"/>
          <a:ext cx="6714744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8E72FD-7342-4B41-AB68-38ACF977C8B5}">
      <dsp:nvSpPr>
        <dsp:cNvPr id="0" name=""/>
        <dsp:cNvSpPr/>
      </dsp:nvSpPr>
      <dsp:spPr>
        <a:xfrm>
          <a:off x="0" y="3227598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Model Persistence</a:t>
          </a:r>
          <a:endParaRPr lang="en-US" sz="1500" kern="1200"/>
        </a:p>
      </dsp:txBody>
      <dsp:txXfrm>
        <a:off x="0" y="3227598"/>
        <a:ext cx="6714744" cy="537933"/>
      </dsp:txXfrm>
    </dsp:sp>
    <dsp:sp modelId="{8E11D1E8-E6E6-45EF-B14A-18807346AD87}">
      <dsp:nvSpPr>
        <dsp:cNvPr id="0" name=""/>
        <dsp:cNvSpPr/>
      </dsp:nvSpPr>
      <dsp:spPr>
        <a:xfrm>
          <a:off x="0" y="3765531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7F6AB66-D98C-4E77-8B50-C3AB4739E575}">
      <dsp:nvSpPr>
        <dsp:cNvPr id="0" name=""/>
        <dsp:cNvSpPr/>
      </dsp:nvSpPr>
      <dsp:spPr>
        <a:xfrm>
          <a:off x="0" y="3765531"/>
          <a:ext cx="6714744" cy="5379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Trained model saved as .pkl file</a:t>
          </a:r>
        </a:p>
      </dsp:txBody>
      <dsp:txXfrm>
        <a:off x="0" y="3765531"/>
        <a:ext cx="6714744" cy="537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1CB0-F5C5-3656-6153-391A544BB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20E29-2BEF-9B40-AD1E-63CBD64AF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179E9-2D15-F18E-B4E7-836C6AF56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F3C27-20C2-E057-77E8-DB9E40BE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5A3C-3A6B-BC5A-02C0-2D489FF2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87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CBE2-7B44-5AED-0B3D-5A56FF7F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93CBD-21E7-609C-CF27-90AE96E1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D93E-137A-4909-A8C7-62AF995B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AECFC-0B73-2C59-9A42-72A2A4D5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57768-766E-11B7-61F8-8BF84955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1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48AB-F815-FCF8-98AD-39568442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632E4-4F95-D290-A8E8-272295A97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5D887-C113-D968-F678-F6E1770AA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8DACD-BF5A-F6A4-1587-693BF5B72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3D557-6DFB-6F66-9E51-B671B9FA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7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2F97-351A-634D-ECCF-CF4AA00B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C6A64-0F6B-38B2-F8CD-91863C4D8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63BB54-1920-3AB6-B7C0-DC6B303AA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E44E-8F47-0605-F7ED-35736404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F6D12-F6D3-A5D5-C01D-84B62976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0B2B4-9018-A604-972F-0C42CE17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8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51A7-3421-47F6-BDA2-EE2A44EC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A29A9-55B0-33BC-B346-98AEF773A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FDBF2-2320-5FD7-0D9D-76A753AF9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52DF0-4816-2EFD-E465-4621A26B8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286CF-F895-BCC7-D628-9A6E82B87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ADB37B-C0F6-6AF8-0089-EB4BC361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70C85-B458-A9CA-3487-1F3E1901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D4E68-D6EE-E820-3773-122F8925E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7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1DD9-B46F-4853-2B3A-D6E16DFC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9209F-1E25-1260-88F0-6A842F67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6132D-5102-FB70-B1A0-F6C61FCA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B75A0-3565-4779-FF02-CA61B5D3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5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678ABB-F21F-FBC0-C58B-E11F2D30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A473F-5576-4E45-63C8-0B221BF4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01757-E220-4D64-D074-CBF6BB0D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36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E449-8E7F-191D-A893-FA624801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9212-D024-0E81-4909-6E87AB3D3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F024A-A000-AD97-39EB-3C2CF1AF9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BDC9D-1FE7-4344-1296-F695921A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09252-2D02-B0A3-9BA1-43F33C0E5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2EA84-E15B-4788-1ED0-DFF4D5BC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4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FF97-897F-2D2F-DA41-07FE27D6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EA27D-37E4-9E4F-4B8D-94D74C21E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A780C-6A60-6F6F-B8F7-4E0202855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5E50E-E3A1-7EAB-AE3E-A0EB5653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F41AA-4320-AF6C-859B-B00A3284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34876-38B0-40CF-DFC7-8203AB8A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4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8EB8-C3A2-0468-92F2-8D7D98AE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D9B54-A158-74F1-CAAE-B25F87428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9C4DA-0A3E-DFC7-4989-E42191B1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8D092-AD28-AF3C-E39A-591E08A2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B604E-76F5-FA78-EADA-198C1428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D0BEEF-80AB-E10D-D6C0-560208B39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99737-AF87-A8CD-0078-40810C6CC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2DF15-9880-AAAB-2BBC-2DB87B92F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0EBC3-A442-E3FE-DCD1-2126EF33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7442-6590-D195-E338-32223B79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05A74-A9FE-0B4E-B7EB-A476D510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45BE2-70A6-8CDE-0C80-573E610D6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9BB17-B393-0EEE-A0BE-731DAF93F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65AC7-976B-4322-806B-AD87EDD787B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ADD62-2CD8-D407-C688-C9753247D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391D2-5EAE-D31C-F903-80E54E5A3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A8597-F99A-4243-9E13-13C53D26BC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9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thyan26/employee-promotion-streamlit" TargetMode="External"/><Relationship Id="rId2" Type="http://schemas.openxmlformats.org/officeDocument/2006/relationships/hyperlink" Target="https://employee-promotion-app-lswmhc3zmvtbb3kpjvpvup.streamlit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loseup of a keyboard">
            <a:extLst>
              <a:ext uri="{FF2B5EF4-FFF2-40B4-BE49-F238E27FC236}">
                <a16:creationId xmlns:a16="http://schemas.microsoft.com/office/drawing/2014/main" id="{5E75D6BF-D026-DFE1-F3D5-2727610D0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12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30B07-145F-DC68-3F5D-D851AD5B7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1700" b="1" dirty="0"/>
              <a:t>Employee Promotion Prediction using Machine Learning</a:t>
            </a:r>
            <a:br>
              <a:rPr lang="en-US" sz="1700" dirty="0"/>
            </a:br>
            <a:r>
              <a:rPr lang="en-US" sz="1700" dirty="0"/>
              <a:t>ML Hackathon Analytics Vidhya</a:t>
            </a:r>
            <a:br>
              <a:rPr lang="en-US" sz="1700" dirty="0"/>
            </a:br>
            <a:r>
              <a:rPr lang="en-US" sz="1700" dirty="0"/>
              <a:t>Sathyan Asokan Geethpriya</a:t>
            </a:r>
            <a:br>
              <a:rPr lang="en-US" sz="1700" dirty="0"/>
            </a:br>
            <a:r>
              <a:rPr lang="en-US" sz="1700" dirty="0"/>
              <a:t>1/4/2026</a:t>
            </a:r>
            <a:br>
              <a:rPr lang="en-US" sz="1700" dirty="0"/>
            </a:br>
            <a:endParaRPr lang="en-US" sz="17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55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Desk with productivity items">
            <a:extLst>
              <a:ext uri="{FF2B5EF4-FFF2-40B4-BE49-F238E27FC236}">
                <a16:creationId xmlns:a16="http://schemas.microsoft.com/office/drawing/2014/main" id="{F8C64BA8-D8DD-DE6C-0506-AC9F592C1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92" r="12742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D44DA-8E23-CA0D-BFDD-C38AB0FB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915C-7CD8-21F9-4790-11BC2F0BF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1600" b="1"/>
              <a:t>Business Problem</a:t>
            </a:r>
            <a:endParaRPr lang="en-US" sz="1600"/>
          </a:p>
          <a:p>
            <a:r>
              <a:rPr lang="en-US" sz="1600"/>
              <a:t>Employee promotions are often subjective and inconsistent</a:t>
            </a:r>
          </a:p>
          <a:p>
            <a:r>
              <a:rPr lang="en-US" sz="1600"/>
              <a:t>Manual evaluation is time-consuming and biased</a:t>
            </a:r>
          </a:p>
          <a:p>
            <a:r>
              <a:rPr lang="en-US" sz="1600"/>
              <a:t>HR teams need </a:t>
            </a:r>
            <a:r>
              <a:rPr lang="en-US" sz="1600" b="1"/>
              <a:t>data-driven promotion decisions</a:t>
            </a:r>
            <a:endParaRPr lang="en-US" sz="1600"/>
          </a:p>
          <a:p>
            <a:r>
              <a:rPr lang="en-US" sz="1600" b="1"/>
              <a:t>Goal</a:t>
            </a:r>
            <a:endParaRPr lang="en-US" sz="1600"/>
          </a:p>
          <a:p>
            <a:r>
              <a:rPr lang="en-US" sz="1600"/>
              <a:t>Predict whether an employee is eligible for promotion</a:t>
            </a:r>
          </a:p>
          <a:p>
            <a:r>
              <a:rPr lang="en-US" sz="1600"/>
              <a:t>Improve fairness, accuracy, and efficiency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162331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5D2C5-3733-F1A0-9B74-FDF44009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D8083B-9211-F456-18CB-63ED101515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5531213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9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9F9D5-6BA0-D48D-7775-6930EDD8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6F2335F-74EF-1DEE-EE7A-421A08D0F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/>
              <a:t>Steps Performed</a:t>
            </a:r>
            <a:endParaRPr lang="en-US"/>
          </a:p>
          <a:p>
            <a:r>
              <a:rPr lang="en-US"/>
              <a:t>Missing value handling</a:t>
            </a:r>
          </a:p>
          <a:p>
            <a:r>
              <a:rPr lang="en-US"/>
              <a:t>Categorical encoding (One-Hot Encoding)</a:t>
            </a:r>
          </a:p>
          <a:p>
            <a:r>
              <a:rPr lang="en-US"/>
              <a:t>Feature scaling (where applicable)</a:t>
            </a:r>
          </a:p>
          <a:p>
            <a:r>
              <a:rPr lang="en-US"/>
              <a:t>Train / validation split</a:t>
            </a:r>
          </a:p>
          <a:p>
            <a:r>
              <a:rPr lang="en-US" b="1"/>
              <a:t>Why This Matters</a:t>
            </a:r>
            <a:endParaRPr lang="en-US"/>
          </a:p>
          <a:p>
            <a:r>
              <a:rPr lang="en-US"/>
              <a:t>Clean data improves model accuracy</a:t>
            </a:r>
          </a:p>
          <a:p>
            <a:r>
              <a:rPr lang="en-US"/>
              <a:t>Ensures consistent inference during deployment</a:t>
            </a:r>
          </a:p>
        </p:txBody>
      </p:sp>
    </p:spTree>
    <p:extLst>
      <p:ext uri="{BB962C8B-B14F-4D97-AF65-F5344CB8AC3E}">
        <p14:creationId xmlns:p14="http://schemas.microsoft.com/office/powerpoint/2010/main" val="419459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5E39-6209-13DA-0EDF-AD3B10EA1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Model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A1B10D-6EE7-717D-F105-C553226CF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65" r="11635" b="-3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85E877-549D-099A-8572-A3169B4925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273134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563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3B9B9-AA5E-902B-FEE0-9F7D33A67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18722-A776-E5CA-6FEE-8401AE04D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Evaluation Metrics</a:t>
            </a:r>
            <a:endParaRPr lang="en-US" sz="2000" dirty="0"/>
          </a:p>
          <a:p>
            <a:r>
              <a:rPr lang="en-US" sz="2000" dirty="0"/>
              <a:t>Accuracy</a:t>
            </a:r>
          </a:p>
          <a:p>
            <a:r>
              <a:rPr lang="en-US" sz="2000" dirty="0"/>
              <a:t>Precision</a:t>
            </a:r>
          </a:p>
          <a:p>
            <a:r>
              <a:rPr lang="en-US" sz="2000" dirty="0"/>
              <a:t>Recall</a:t>
            </a:r>
          </a:p>
          <a:p>
            <a:r>
              <a:rPr lang="en-US" sz="2000" dirty="0"/>
              <a:t>F1-Score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results? Model achieved strong predictive performance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87485150-5155-C184-58E3-2A8C7CF27B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99" r="31366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616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0345FC-FE3C-30A0-C574-6CD1892C5B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8" r="4437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B8111-613E-AF0F-89D3-2799B50D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/>
              <a:t>The Application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DB6AA-A4D7-4455-E635-E104F4FA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sz="1900" b="1"/>
              <a:t>System Components</a:t>
            </a:r>
            <a:endParaRPr lang="en-US" sz="1900"/>
          </a:p>
          <a:p>
            <a:r>
              <a:rPr lang="en-US" sz="1900"/>
              <a:t>Streamlit UI (Frontend)</a:t>
            </a:r>
          </a:p>
          <a:p>
            <a:r>
              <a:rPr lang="en-US" sz="1900"/>
              <a:t>Scikit-learn ML Model</a:t>
            </a:r>
          </a:p>
          <a:p>
            <a:r>
              <a:rPr lang="en-US" sz="1900"/>
              <a:t>Docker Container</a:t>
            </a:r>
          </a:p>
          <a:p>
            <a:r>
              <a:rPr lang="en-US" sz="1900"/>
              <a:t>Google Cloud Run (Serverless)</a:t>
            </a:r>
          </a:p>
          <a:p>
            <a:r>
              <a:rPr lang="en-US" sz="1900" b="1"/>
              <a:t>Flow</a:t>
            </a:r>
            <a:endParaRPr lang="en-US" sz="1900"/>
          </a:p>
          <a:p>
            <a:r>
              <a:rPr lang="en-US" sz="1900"/>
              <a:t>User inputs employee data</a:t>
            </a:r>
          </a:p>
          <a:p>
            <a:r>
              <a:rPr lang="en-US" sz="1900"/>
              <a:t>Model predicts promotion eligibility</a:t>
            </a:r>
          </a:p>
          <a:p>
            <a:r>
              <a:rPr lang="en-US" sz="1900"/>
              <a:t>Result displayed instantly</a:t>
            </a:r>
          </a:p>
        </p:txBody>
      </p:sp>
    </p:spTree>
    <p:extLst>
      <p:ext uri="{BB962C8B-B14F-4D97-AF65-F5344CB8AC3E}">
        <p14:creationId xmlns:p14="http://schemas.microsoft.com/office/powerpoint/2010/main" val="1969029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9E6EFEE-6516-482C-B143-F97F9BF89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F0D2C0-CD0C-470C-8851-D8B2CC417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748766" y="3248002"/>
            <a:ext cx="5688917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50A05C73-B5AE-05DF-A7F5-FD2A0ED28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7025"/>
          <a:stretch>
            <a:fillRect/>
          </a:stretch>
        </p:blipFill>
        <p:spPr>
          <a:xfrm>
            <a:off x="2025822" y="1911398"/>
            <a:ext cx="8140356" cy="42005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F79214-1877-0646-9BA6-E0EF8F6DF874}"/>
              </a:ext>
            </a:extLst>
          </p:cNvPr>
          <p:cNvSpPr txBox="1"/>
          <p:nvPr/>
        </p:nvSpPr>
        <p:spPr>
          <a:xfrm>
            <a:off x="2422611" y="672888"/>
            <a:ext cx="7346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API score</a:t>
            </a:r>
          </a:p>
        </p:txBody>
      </p:sp>
    </p:spTree>
    <p:extLst>
      <p:ext uri="{BB962C8B-B14F-4D97-AF65-F5344CB8AC3E}">
        <p14:creationId xmlns:p14="http://schemas.microsoft.com/office/powerpoint/2010/main" val="67222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31FBD627-4873-6E69-32FB-45F9D947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5" r="18733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7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F98CB1-87CD-E17E-AD71-748B226514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004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51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683BBA-F230-7773-35FF-2E6D022A4E20}"/>
              </a:ext>
            </a:extLst>
          </p:cNvPr>
          <p:cNvSpPr txBox="1"/>
          <p:nvPr/>
        </p:nvSpPr>
        <p:spPr>
          <a:xfrm>
            <a:off x="598714" y="859972"/>
            <a:ext cx="85452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Links: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https://employee-promotion-app-lswmhc3zmvtbb3kpjvpvup.streamlit.app/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https://github.com/Sathyan26/employee-promotion-streamlit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17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225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Employee Promotion Prediction using Machine Learning ML Hackathon Analytics Vidhya Sathyan Asokan Geethpriya 1/4/2026 </vt:lpstr>
      <vt:lpstr>Problem Statement</vt:lpstr>
      <vt:lpstr>Dataset overview</vt:lpstr>
      <vt:lpstr>Data Preprocessing</vt:lpstr>
      <vt:lpstr>Model Development</vt:lpstr>
      <vt:lpstr>Model Performance</vt:lpstr>
      <vt:lpstr>The Application Architecture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Sathyan Asokan Geethpriya</dc:creator>
  <cp:lastModifiedBy>Sathyan Asokan Geethpriya</cp:lastModifiedBy>
  <cp:revision>1</cp:revision>
  <dcterms:created xsi:type="dcterms:W3CDTF">2026-01-04T01:11:54Z</dcterms:created>
  <dcterms:modified xsi:type="dcterms:W3CDTF">2026-01-04T08:55:27Z</dcterms:modified>
</cp:coreProperties>
</file>